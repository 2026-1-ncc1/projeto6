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Inter" panose="020B0604020202020204" charset="0"/>
      <p:regular r:id="rId8"/>
      <p:bold r:id="rId9"/>
      <p:italic r:id="rId10"/>
      <p:boldItalic r:id="rId11"/>
    </p:embeddedFont>
    <p:embeddedFont>
      <p:font typeface="Open Sans" panose="020B0606030504020204" pitchFamily="34" charset="0"/>
      <p:regular r:id="rId12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" d="100"/>
          <a:sy n="12" d="100"/>
        </p:scale>
        <p:origin x="2693" y="158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customschemas.google.com/relationships/presentationmetadata" Target="metadata"/><Relationship Id="rId10" Type="http://schemas.openxmlformats.org/officeDocument/2006/relationships/font" Target="fonts/font7.fntdata"/><Relationship Id="rId19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561373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3001121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234721" y="4700167"/>
            <a:ext cx="29304070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DELSHIFT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Ana Clara Silva, </a:t>
            </a:r>
            <a:r>
              <a:rPr lang="pt-BR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Mirelli</a:t>
            </a: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Pedro, Nathalia Inocêncio e Sabrina Santos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pt-BR" sz="44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Francisco Escobar, Gilles Leite, João </a:t>
            </a:r>
            <a:r>
              <a:rPr lang="pt-BR" sz="445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Trencher</a:t>
            </a:r>
            <a:r>
              <a:rPr lang="pt-BR" sz="445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Renata Muniz e Victor Rosetti</a:t>
            </a:r>
            <a:endParaRPr sz="4450" dirty="0"/>
          </a:p>
        </p:txBody>
      </p:sp>
      <p:sp>
        <p:nvSpPr>
          <p:cNvPr id="128" name="Google Shape;128;p1"/>
          <p:cNvSpPr txBox="1"/>
          <p:nvPr/>
        </p:nvSpPr>
        <p:spPr>
          <a:xfrm>
            <a:off x="15282608" y="22586911"/>
            <a:ext cx="12527229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 err="1">
                <a:latin typeface="Inter"/>
                <a:ea typeface="Inter"/>
                <a:cs typeface="Inter"/>
                <a:sym typeface="Inter"/>
              </a:rPr>
              <a:t>Imagem</a:t>
            </a:r>
            <a:r>
              <a:rPr lang="en-US" sz="3430" dirty="0">
                <a:latin typeface="Inter"/>
                <a:ea typeface="Inter"/>
                <a:cs typeface="Inter"/>
                <a:sym typeface="Inter"/>
              </a:rPr>
              <a:t> 01: Jogo </a:t>
            </a:r>
            <a:r>
              <a:rPr lang="en-US" sz="3430" dirty="0" err="1">
                <a:latin typeface="Inter"/>
                <a:ea typeface="Inter"/>
                <a:cs typeface="Inter"/>
                <a:sym typeface="Inter"/>
              </a:rPr>
              <a:t>em</a:t>
            </a:r>
            <a:r>
              <a:rPr lang="en-US" sz="3430" dirty="0"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430" dirty="0" err="1">
                <a:latin typeface="Inter"/>
                <a:ea typeface="Inter"/>
                <a:cs typeface="Inter"/>
                <a:sym typeface="Inter"/>
              </a:rPr>
              <a:t>Execução</a:t>
            </a:r>
            <a:endParaRPr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/>
          </a:p>
        </p:txBody>
      </p:sp>
      <p:sp>
        <p:nvSpPr>
          <p:cNvPr id="134" name="Google Shape;134;p1"/>
          <p:cNvSpPr txBox="1"/>
          <p:nvPr/>
        </p:nvSpPr>
        <p:spPr>
          <a:xfrm>
            <a:off x="15754350" y="31719851"/>
            <a:ext cx="11767623" cy="639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SCHELL, Jesse. A arte de game design: o livro original. São Paulo: Elsevier, 2011.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SALEN, Katie; ZIMMERMAN, Eric.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Rules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of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Play: Game Design Fundamentals. Cambridge: MIT Press, 2004.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DELLA VECCHIA, Evandro. Perícia Digital: da investigação à análise forense. 3. ed. Campinas: Millennium Editora, 2025.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SILVA, Mateus de Oliveira et al.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Deepfake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a evolução das fake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news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.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Research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Society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Development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v. 11, n. 2, 2022.</a:t>
            </a:r>
            <a:endParaRPr lang="pt-BR" sz="3300" dirty="0"/>
          </a:p>
        </p:txBody>
      </p:sp>
      <p:sp>
        <p:nvSpPr>
          <p:cNvPr id="135" name="Google Shape;135;p1"/>
          <p:cNvSpPr txBox="1"/>
          <p:nvPr/>
        </p:nvSpPr>
        <p:spPr>
          <a:xfrm>
            <a:off x="1197931" y="31662212"/>
            <a:ext cx="13358678" cy="71096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desenvolvimento do jogo utiliza de um conjunto de ferramentas: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Unity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C#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GitHub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draw.io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Visual Studio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</a:t>
            </a:r>
            <a:r>
              <a:rPr lang="pt-BR" sz="330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engine</a:t>
            </a:r>
            <a:r>
              <a:rPr lang="pt-BR" sz="33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Unity foi responsável pela implementação das mecânicas de jogo, GitHub garantiu o versionamento colaborativo e o draw.io foi utilizado para a criação dos fluxogramas e diagramas de fluxo do jogo.</a:t>
            </a:r>
            <a:endParaRPr lang="en-US" sz="3300" dirty="0"/>
          </a:p>
        </p:txBody>
      </p:sp>
      <p:sp>
        <p:nvSpPr>
          <p:cNvPr id="136" name="Google Shape;136;p1"/>
          <p:cNvSpPr txBox="1"/>
          <p:nvPr/>
        </p:nvSpPr>
        <p:spPr>
          <a:xfrm>
            <a:off x="1496309" y="10979632"/>
            <a:ext cx="12662362" cy="7389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As empresas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YggBrasil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 Messier atuam na publicação e no desenvolvimento de experiências digitais interativas e buscam jogos originais para compor seu portfólio. Em parceria com a FECAP, propõem às equipes do 1º semestre do curso de Ciência da Computação o desenvolvimento de um jogo digital para desktop com potencial de demonstração, validação e apresentação institucional. O desafio consiste em conceber, projetar e implementar um jogo autoral, de tema importante, com regras próprias, identidade visual coerente e mecânicas consistentes.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95871" y="21209113"/>
            <a:ext cx="12562800" cy="82827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O jogo deverá ser desenvolvido dentro de um dos perfis: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Jogos de tabuleiro (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tabletop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)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Jogos Point </a:t>
            </a:r>
            <a:r>
              <a:rPr lang="pt-BR" sz="3430" dirty="0" err="1"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 Click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Puzzle (sem movimentação)</a:t>
            </a:r>
          </a:p>
          <a:p>
            <a:pPr marL="457200" marR="0" lvl="0" indent="-45720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</a:pPr>
            <a:r>
              <a:rPr lang="pt-BR" sz="3430" dirty="0">
                <a:latin typeface="Open Sans"/>
                <a:ea typeface="Open Sans"/>
                <a:cs typeface="Open Sans"/>
                <a:sym typeface="Open Sans"/>
              </a:rPr>
              <a:t>Casual Games</a:t>
            </a:r>
          </a:p>
          <a:p>
            <a:pPr marR="0" lvl="0" algn="just" rtl="0">
              <a:lnSpc>
                <a:spcPct val="140000"/>
              </a:lnSpc>
              <a:spcBef>
                <a:spcPts val="0"/>
              </a:spcBef>
              <a:spcAft>
                <a:spcPts val="1200"/>
              </a:spcAft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jogo pode ter a câmera com várias perspectivas diferentes, desde que o jogo seja 3D.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DelShift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é um jogo digital do gênero Point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and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Click de investigação forense digital. O jogador interage com objetos do cenário selecionando, utilizando e manipulando para resolver desafios e obter pistas sobre o caso.</a:t>
            </a:r>
            <a:endParaRPr lang="en-US" dirty="0"/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Escola de Comércio Álvares Penteado - FECAP</a:t>
            </a:r>
            <a:endParaRPr dirty="0"/>
          </a:p>
        </p:txBody>
      </p:sp>
      <p:sp>
        <p:nvSpPr>
          <p:cNvPr id="4" name="Google Shape;136;p1">
            <a:extLst>
              <a:ext uri="{FF2B5EF4-FFF2-40B4-BE49-F238E27FC236}">
                <a16:creationId xmlns:a16="http://schemas.microsoft.com/office/drawing/2014/main" id="{92CE21D0-41CB-9940-4ED6-96822E70B405}"/>
              </a:ext>
            </a:extLst>
          </p:cNvPr>
          <p:cNvSpPr txBox="1"/>
          <p:nvPr/>
        </p:nvSpPr>
        <p:spPr>
          <a:xfrm>
            <a:off x="15617816" y="10669353"/>
            <a:ext cx="11941644" cy="1182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No </a:t>
            </a:r>
            <a:r>
              <a:rPr lang="pt-BR" sz="3430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DelShift</a:t>
            </a: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, o jogador assume o papel de um perito criminal em uma delegacia e precisa solucionar um caso de chantagem cibernética. A vítima está sendo ameaçada com a criação de conteúdo falso capaz de destruir sua reputação e carreira.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Através de mecânicas de investigação forense digital, puzzles e pressão temporal, o jogador deve coletar pistas, resolver desafios e apontar o culpado dentro do prazo. O jogador explora o cenário interagindo com objetos, resolve puzzles de perícia digital e utiliza as pistas obtidas para identificar o responsável entre três suspeitos. </a:t>
            </a:r>
          </a:p>
          <a:p>
            <a:pPr marL="0" marR="0" lvl="0" indent="0" algn="just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43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protótipo consiste em exploração, resolução de desafios sob pressão temporal e dedução com consequências narrativas, demonstrando a viabilidade de um jogo de investigação que prioriza o desafio intelectual e a autonomia do jogador.</a:t>
            </a:r>
            <a:endParaRPr sz="3430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893C093C-2479-46AA-9D7F-108751800D0C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9697" t="1330" r="11068" b="5989"/>
          <a:stretch/>
        </p:blipFill>
        <p:spPr>
          <a:xfrm>
            <a:off x="16013561" y="23373300"/>
            <a:ext cx="11136988" cy="5576199"/>
          </a:xfrm>
          <a:prstGeom prst="rect">
            <a:avLst/>
          </a:prstGeom>
        </p:spPr>
      </p:pic>
      <p:sp>
        <p:nvSpPr>
          <p:cNvPr id="57" name="Google Shape;128;p1">
            <a:extLst>
              <a:ext uri="{FF2B5EF4-FFF2-40B4-BE49-F238E27FC236}">
                <a16:creationId xmlns:a16="http://schemas.microsoft.com/office/drawing/2014/main" id="{5411933D-A691-4C5B-8172-B3DDF7B1838E}"/>
              </a:ext>
            </a:extLst>
          </p:cNvPr>
          <p:cNvSpPr txBox="1"/>
          <p:nvPr/>
        </p:nvSpPr>
        <p:spPr>
          <a:xfrm>
            <a:off x="15437933" y="29090044"/>
            <a:ext cx="12527229" cy="533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30" dirty="0"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3430" dirty="0" err="1">
                <a:latin typeface="Inter"/>
                <a:ea typeface="Inter"/>
                <a:cs typeface="Inter"/>
                <a:sym typeface="Inter"/>
              </a:rPr>
              <a:t>Delshift</a:t>
            </a:r>
            <a:r>
              <a:rPr lang="en-US" sz="3430" dirty="0">
                <a:latin typeface="Inter"/>
                <a:ea typeface="Inter"/>
                <a:cs typeface="Inter"/>
                <a:sym typeface="Inter"/>
              </a:rPr>
              <a:t> (2026)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529</Words>
  <Application>Microsoft Office PowerPoint</Application>
  <PresentationFormat>Personalizar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Open Sans</vt:lpstr>
      <vt:lpstr>Inter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Sabrina do Nascimento Santos</dc:creator>
  <cp:lastModifiedBy>Sabrina Nascimento</cp:lastModifiedBy>
  <cp:revision>4</cp:revision>
  <dcterms:created xsi:type="dcterms:W3CDTF">2006-08-16T00:00:00Z</dcterms:created>
  <dcterms:modified xsi:type="dcterms:W3CDTF">2026-05-04T02:21:38Z</dcterms:modified>
</cp:coreProperties>
</file>